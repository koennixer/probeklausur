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24"/>
  </p:notesMasterIdLst>
  <p:handoutMasterIdLst>
    <p:handoutMasterId r:id="rId25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50" r:id="rId11"/>
    <p:sldId id="1051" r:id="rId12"/>
    <p:sldId id="1052" r:id="rId13"/>
    <p:sldId id="1053" r:id="rId14"/>
    <p:sldId id="1054" r:id="rId15"/>
    <p:sldId id="1055" r:id="rId16"/>
    <p:sldId id="1056" r:id="rId17"/>
    <p:sldId id="1057" r:id="rId18"/>
    <p:sldId id="1058" r:id="rId19"/>
    <p:sldId id="1059" r:id="rId20"/>
    <p:sldId id="1060" r:id="rId21"/>
    <p:sldId id="1061" r:id="rId22"/>
    <p:sldId id="1062" r:id="rId23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50"/>
            <p14:sldId id="1051"/>
            <p14:sldId id="1052"/>
            <p14:sldId id="1053"/>
            <p14:sldId id="1054"/>
            <p14:sldId id="1055"/>
            <p14:sldId id="1056"/>
            <p14:sldId id="1057"/>
            <p14:sldId id="1058"/>
            <p14:sldId id="1059"/>
            <p14:sldId id="1060"/>
            <p14:sldId id="1061"/>
            <p14:sldId id="106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EA013C-0C4C-7CC9-3073-C215768A4D35}" v="422" dt="2026-02-08T21:59:01.042"/>
    <p1510:client id="{CF275D93-1AF9-5CD7-90BA-CB7126BBAC7F}" v="773" dt="2026-02-09T09:59:10.721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i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i</a:t>
                          </a:r>
                          <a:r>
                            <a:rPr lang="de-DE" sz="1100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u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i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70838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1538" r="-100691" b="-5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101538" r="-691" b="-5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1538" r="-100691" b="-4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201538" r="-691" b="-4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1538" r="-100691" b="-3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301538" r="-691" b="-3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1538" r="-100691" b="-2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401538" r="-691" b="-2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01538" r="-227632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01538" r="-116250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204688" r="-227632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204688" r="-116250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85714" r="-227632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85714" r="-116250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468750" r="-227632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468750" r="-116250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Widescreen</PresentationFormat>
  <Paragraphs>63</Paragraphs>
  <Slides>19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3.1</vt:lpstr>
      <vt:lpstr>Aufgabe 3.1</vt:lpstr>
      <vt:lpstr>Aufgabe 3.1</vt:lpstr>
      <vt:lpstr>Aufgabe 3.1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420</cp:revision>
  <cp:lastPrinted>2023-11-29T22:31:04Z</cp:lastPrinted>
  <dcterms:created xsi:type="dcterms:W3CDTF">2012-05-03T09:32:35Z</dcterms:created>
  <dcterms:modified xsi:type="dcterms:W3CDTF">2026-02-09T10:02:36Z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