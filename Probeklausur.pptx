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15"/>
  </p:notesMasterIdLst>
  <p:handoutMasterIdLst>
    <p:handoutMasterId r:id="rId16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08.02.2026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10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203</cp:revision>
  <cp:lastPrinted>2023-11-29T22:31:04Z</cp:lastPrinted>
  <dcterms:created xsi:type="dcterms:W3CDTF">2012-05-03T09:32:35Z</dcterms:created>
  <dcterms:modified xsi:type="dcterms:W3CDTF">2026-02-08T22:05:06Z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