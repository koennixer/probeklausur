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6"/>
  </p:notesMasterIdLst>
  <p:handoutMasterIdLst>
    <p:handoutMasterId r:id="rId7"/>
  </p:handoutMasterIdLst>
  <p:sldIdLst>
    <p:sldId id="1041" r:id="rId5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105" d="100"/>
          <a:sy n="105" d="100"/>
        </p:scale>
        <p:origin x="63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05.02.2026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Wingdings</vt:lpstr>
      <vt:lpstr>UT_pptmaster_mathnat</vt:lpstr>
      <vt:lpstr>Technische Informatik 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21</cp:revision>
  <cp:lastPrinted>2023-11-29T22:31:04Z</cp:lastPrinted>
  <dcterms:created xsi:type="dcterms:W3CDTF">2012-05-03T09:32:35Z</dcterms:created>
  <dcterms:modified xsi:type="dcterms:W3CDTF">2026-02-05T20:29:05Z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