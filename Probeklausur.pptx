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11"/>
  </p:notesMasterIdLst>
  <p:handoutMasterIdLst>
    <p:handoutMasterId r:id="rId12"/>
  </p:handoutMasterIdLst>
  <p:sldIdLst>
    <p:sldId id="1041" r:id="rId5"/>
    <p:sldId id="1043" r:id="rId6"/>
    <p:sldId id="1044" r:id="rId7"/>
    <p:sldId id="1045" r:id="rId8"/>
    <p:sldId id="1046" r:id="rId9"/>
    <p:sldId id="1047" r:id="rId10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5" d="100"/>
          <a:sy n="55" d="100"/>
        </p:scale>
        <p:origin x="96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06.02.2026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‹Nr.›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Breitbild</PresentationFormat>
  <Paragraphs>63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Cambria Math</vt:lpstr>
      <vt:lpstr>Wingdings</vt:lpstr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23</cp:revision>
  <cp:lastPrinted>2023-11-29T22:31:04Z</cp:lastPrinted>
  <dcterms:created xsi:type="dcterms:W3CDTF">2012-05-03T09:32:35Z</dcterms:created>
  <dcterms:modified xsi:type="dcterms:W3CDTF">2026-02-06T21:29:00Z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