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27"/>
  </p:notesMasterIdLst>
  <p:handoutMasterIdLst>
    <p:handoutMasterId r:id="rId28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50" r:id="rId11"/>
    <p:sldId id="1051" r:id="rId12"/>
    <p:sldId id="1052" r:id="rId13"/>
    <p:sldId id="1053" r:id="rId14"/>
    <p:sldId id="1063" r:id="rId15"/>
    <p:sldId id="1064" r:id="rId16"/>
    <p:sldId id="1066" r:id="rId17"/>
    <p:sldId id="1054" r:id="rId18"/>
    <p:sldId id="1055" r:id="rId19"/>
    <p:sldId id="1056" r:id="rId20"/>
    <p:sldId id="1057" r:id="rId21"/>
    <p:sldId id="1058" r:id="rId22"/>
    <p:sldId id="1059" r:id="rId23"/>
    <p:sldId id="1060" r:id="rId24"/>
    <p:sldId id="1061" r:id="rId25"/>
    <p:sldId id="1062" r:id="rId26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50"/>
            <p14:sldId id="1051"/>
            <p14:sldId id="1052"/>
            <p14:sldId id="1053"/>
            <p14:sldId id="1063"/>
            <p14:sldId id="1064"/>
            <p14:sldId id="1066"/>
            <p14:sldId id="1054"/>
            <p14:sldId id="1055"/>
            <p14:sldId id="1056"/>
            <p14:sldId id="1057"/>
            <p14:sldId id="1058"/>
            <p14:sldId id="1059"/>
            <p14:sldId id="1060"/>
            <p14:sldId id="1061"/>
            <p14:sldId id="1062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EA013C-0C4C-7CC9-3073-C215768A4D35}" v="422" dt="2026-02-08T21:59:01.042"/>
    <p1510:client id="{CF275D93-1AF9-5CD7-90BA-CB7126BBAC7F}" v="1256" dt="2026-02-09T10:54:02.381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5" d="100"/>
          <a:sy n="55" d="100"/>
        </p:scale>
        <p:origin x="96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09.02.2026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5204-CD83-734E-6066-7AA89FC95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DECA35-74C4-379C-0D79-D8F54A0C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29D2D660-2835-B464-8BDC-5C28B0DEA49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3623281"/>
                  </p:ext>
                </p:extLst>
              </p:nvPr>
            </p:nvGraphicFramePr>
            <p:xfrm>
              <a:off x="1137574" y="1773238"/>
              <a:ext cx="10262350" cy="212344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435224365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78711563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436126279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01544314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2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3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X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29D2D660-2835-B464-8BDC-5C28B0DEA49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3623281"/>
                  </p:ext>
                </p:extLst>
              </p:nvPr>
            </p:nvGraphicFramePr>
            <p:xfrm>
              <a:off x="1137574" y="1773238"/>
              <a:ext cx="10262350" cy="212344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435224365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78711563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436126279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01544314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899408" b="-3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108197" r="-403571" b="-3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8197" r="-899408" b="-2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208197" r="-403571" b="-2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77358" r="-899408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177358" r="-403571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81967" r="-899408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481967" r="-40357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CCA6B87-AB16-DB78-DC78-143E2F13695F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Der </a:t>
            </a:r>
            <a:r>
              <a:rPr lang="en-GB" kern="0" dirty="0" err="1">
                <a:cs typeface="Arial"/>
              </a:rPr>
              <a:t>nächste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ist</a:t>
            </a:r>
            <a:r>
              <a:rPr lang="en-GB" kern="0" dirty="0">
                <a:cs typeface="Arial"/>
              </a:rPr>
              <a:t> immer </a:t>
            </a:r>
            <a:r>
              <a:rPr lang="en-GB" kern="0" dirty="0" err="1">
                <a:cs typeface="Arial"/>
              </a:rPr>
              <a:t>nur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vom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aktuellen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abhängig</a:t>
            </a:r>
            <a:r>
              <a:rPr lang="en-GB" kern="0" dirty="0">
                <a:cs typeface="Arial"/>
              </a:rPr>
              <a:t>, es </a:t>
            </a:r>
            <a:r>
              <a:rPr lang="en-GB" kern="0" dirty="0" err="1">
                <a:cs typeface="Arial"/>
              </a:rPr>
              <a:t>gibt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keine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weitere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Abgabe</a:t>
            </a:r>
            <a:r>
              <a:rPr lang="en-GB" kern="0" dirty="0">
                <a:cs typeface="Arial"/>
              </a:rPr>
              <a:t>, die den </a:t>
            </a:r>
            <a:r>
              <a:rPr lang="en-GB" kern="0" dirty="0" err="1">
                <a:cs typeface="Arial"/>
              </a:rPr>
              <a:t>Folgezustand</a:t>
            </a:r>
            <a:r>
              <a:rPr lang="en-GB" kern="0" dirty="0">
                <a:cs typeface="Arial"/>
              </a:rPr>
              <a:t> mitbestimmt. Es handelt sich um </a:t>
            </a:r>
            <a:r>
              <a:rPr lang="en-GB" kern="0" dirty="0" err="1">
                <a:cs typeface="Arial"/>
              </a:rPr>
              <a:t>einen</a:t>
            </a:r>
            <a:r>
              <a:rPr lang="en-GB" kern="0" dirty="0">
                <a:cs typeface="Arial"/>
              </a:rPr>
              <a:t> Moore-</a:t>
            </a:r>
            <a:r>
              <a:rPr lang="en-GB" kern="0" dirty="0" err="1">
                <a:cs typeface="Arial"/>
              </a:rPr>
              <a:t>Automaten</a:t>
            </a:r>
            <a:r>
              <a:rPr lang="en-GB" kern="0" dirty="0"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653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6576E2D-12A0-6B28-41FB-1D1AE4A7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i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i</a:t>
                          </a:r>
                          <a:r>
                            <a:rPr lang="de-DE" sz="1100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u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i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70838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1538" r="-100691" b="-5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101538" r="-691" b="-5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1538" r="-100691" b="-4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201538" r="-691" b="-4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1538" r="-100691" b="-3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301538" r="-691" b="-3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1538" r="-100691" b="-2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401538" r="-691" b="-2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01538" r="-227632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01538" r="-116250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204688" r="-227632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204688" r="-116250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85714" r="-227632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85714" r="-116250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468750" r="-227632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468750" r="-116250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 dirty="0">
                <a:cs typeface="Arial"/>
              </a:rPr>
              <a:t>a) CMOS, da die </a:t>
            </a:r>
            <a:r>
              <a:rPr lang="en-GB" kern="0" dirty="0" err="1">
                <a:cs typeface="Arial"/>
              </a:rPr>
              <a:t>Schaltung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aus</a:t>
            </a:r>
            <a:r>
              <a:rPr lang="en-GB" kern="0" dirty="0">
                <a:cs typeface="Arial"/>
              </a:rPr>
              <a:t> PMOS und NMOS </a:t>
            </a:r>
            <a:r>
              <a:rPr lang="en-GB" kern="0" dirty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Widescreen</PresentationFormat>
  <Paragraphs>63</Paragraphs>
  <Slides>22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3.1</vt:lpstr>
      <vt:lpstr>Aufgabe 3.1</vt:lpstr>
      <vt:lpstr>Aufgabe 3.1</vt:lpstr>
      <vt:lpstr>Aufgabe 3.1</vt:lpstr>
      <vt:lpstr>Aufgabe 3.2</vt:lpstr>
      <vt:lpstr>Aufgabe 3.2</vt:lpstr>
      <vt:lpstr>Aufgabe 3.3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500</cp:revision>
  <cp:lastPrinted>2023-11-29T22:31:04Z</cp:lastPrinted>
  <dcterms:created xsi:type="dcterms:W3CDTF">2012-05-03T09:32:35Z</dcterms:created>
  <dcterms:modified xsi:type="dcterms:W3CDTF">2026-02-09T10:54:17Z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